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7023100" cy="9309100"/>
  <p:embeddedFontLst>
    <p:embeddedFont>
      <p:font typeface="Roboto"/>
      <p:regular r:id="rId13"/>
      <p:bold r:id="rId14"/>
      <p:italic r:id="rId15"/>
      <p:boldItalic r:id="rId16"/>
    </p:embeddedFont>
    <p:embeddedFont>
      <p:font typeface="Noto Sans"/>
      <p:regular r:id="rId17"/>
      <p:bold r:id="rId18"/>
      <p:italic r:id="rId19"/>
      <p:boldItalic r:id="rId20"/>
    </p:embeddedFont>
    <p:embeddedFont>
      <p:font typeface="Crimson Pr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jbUcvSfy4XTH41CmxRZ2ceB79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Italic.fntdata"/><Relationship Id="rId22" Type="http://schemas.openxmlformats.org/officeDocument/2006/relationships/font" Target="fonts/CrimsonPro-bold.fntdata"/><Relationship Id="rId21" Type="http://schemas.openxmlformats.org/officeDocument/2006/relationships/font" Target="fonts/CrimsonPro-regular.fntdata"/><Relationship Id="rId24" Type="http://schemas.openxmlformats.org/officeDocument/2006/relationships/font" Target="fonts/CrimsonPro-boldItalic.fntdata"/><Relationship Id="rId23" Type="http://schemas.openxmlformats.org/officeDocument/2006/relationships/font" Target="fonts/CrimsonPr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slide" Target="slides/slide8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NotoSans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NotoSans-italic.fntdata"/><Relationship Id="rId18" Type="http://schemas.openxmlformats.org/officeDocument/2006/relationships/font" Target="fonts/Noto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409575" y="698500"/>
            <a:ext cx="6203950" cy="34909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2311" y="4421823"/>
            <a:ext cx="5618479" cy="41890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4ad801700a_0_138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4ad801700a_0_138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4ad801700a_0_143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4ad801700a_0_143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4ad801700a_0_148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4ad801700a_0_148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4ad801700a_0_153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4ad801700a_0_153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4ad801700a_0_158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4ad801700a_0_158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4ad801700a_0_163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4ad801700a_0_163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4ad801700a_0_170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4ad801700a_0_170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4ad801700a_0_173:notes"/>
          <p:cNvSpPr/>
          <p:nvPr>
            <p:ph idx="2" type="sldImg"/>
          </p:nvPr>
        </p:nvSpPr>
        <p:spPr>
          <a:xfrm>
            <a:off x="409575" y="698500"/>
            <a:ext cx="6204000" cy="3490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4ad801700a_0_173:notes"/>
          <p:cNvSpPr txBox="1"/>
          <p:nvPr>
            <p:ph idx="1" type="body"/>
          </p:nvPr>
        </p:nvSpPr>
        <p:spPr>
          <a:xfrm>
            <a:off x="702311" y="4421823"/>
            <a:ext cx="5618400" cy="4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opendap.org" TargetMode="External"/><Relationship Id="rId3" Type="http://schemas.openxmlformats.org/officeDocument/2006/relationships/hyperlink" Target="http://linkedin.com/company/opendap" TargetMode="External"/><Relationship Id="rId4" Type="http://schemas.openxmlformats.org/officeDocument/2006/relationships/hyperlink" Target="https://github.com/opendap" TargetMode="External"/><Relationship Id="rId5" Type="http://schemas.openxmlformats.org/officeDocument/2006/relationships/hyperlink" Target="mailto:YOURNAME@opendap.org" TargetMode="External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9775" y="152400"/>
            <a:ext cx="3739365" cy="135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4"/>
          <p:cNvSpPr/>
          <p:nvPr/>
        </p:nvSpPr>
        <p:spPr>
          <a:xfrm>
            <a:off x="0" y="6185675"/>
            <a:ext cx="5663400" cy="67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4"/>
          <p:cNvSpPr txBox="1"/>
          <p:nvPr>
            <p:ph type="title"/>
          </p:nvPr>
        </p:nvSpPr>
        <p:spPr>
          <a:xfrm>
            <a:off x="914400" y="2333350"/>
            <a:ext cx="10363200" cy="1354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" type="subTitle"/>
          </p:nvPr>
        </p:nvSpPr>
        <p:spPr>
          <a:xfrm>
            <a:off x="936050" y="3465050"/>
            <a:ext cx="8607900" cy="1354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  <p15:guide id="2" pos="576">
          <p15:clr>
            <a:srgbClr val="E46962"/>
          </p15:clr>
        </p15:guide>
        <p15:guide id="3" pos="7104">
          <p15:clr>
            <a:srgbClr val="E46962"/>
          </p15:clr>
        </p15:guide>
        <p15:guide id="4" orient="horz" pos="3888">
          <p15:clr>
            <a:srgbClr val="E46962"/>
          </p15:clr>
        </p15:guide>
        <p15:guide id="5" orient="horz" pos="165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under another brand)">
  <p:cSld name="TITLE_1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osdis-logo-white.png" id="18" name="Google Shape;18;g24ad801700a_0_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4400" y="509708"/>
            <a:ext cx="4546864" cy="12822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g24ad801700a_0_4"/>
          <p:cNvCxnSpPr/>
          <p:nvPr/>
        </p:nvCxnSpPr>
        <p:spPr>
          <a:xfrm>
            <a:off x="12875" y="6188925"/>
            <a:ext cx="12210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g24ad801700a_0_4"/>
          <p:cNvSpPr txBox="1"/>
          <p:nvPr>
            <p:ph type="title"/>
          </p:nvPr>
        </p:nvSpPr>
        <p:spPr>
          <a:xfrm>
            <a:off x="964275" y="2333350"/>
            <a:ext cx="10313400" cy="1354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24ad801700a_0_4"/>
          <p:cNvSpPr txBox="1"/>
          <p:nvPr>
            <p:ph idx="1" type="subTitle"/>
          </p:nvPr>
        </p:nvSpPr>
        <p:spPr>
          <a:xfrm>
            <a:off x="936050" y="3388850"/>
            <a:ext cx="8607900" cy="1354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42">
          <p15:clr>
            <a:srgbClr val="E46962"/>
          </p15:clr>
        </p15:guide>
        <p15:guide id="2" orient="horz" pos="172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6762" y="6172200"/>
            <a:ext cx="1415276" cy="512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25"/>
          <p:cNvCxnSpPr/>
          <p:nvPr/>
        </p:nvCxnSpPr>
        <p:spPr>
          <a:xfrm>
            <a:off x="20425" y="6171550"/>
            <a:ext cx="1226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914400" y="1603675"/>
            <a:ext cx="10363200" cy="42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"/>
              <a:buChar char="•"/>
              <a:defRPr i="0" sz="3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93700" lvl="1" marL="914400" marR="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"/>
              <a:buChar char="–"/>
              <a:defRPr i="0" sz="2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55600" lvl="2" marL="1371600" marR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Noto Sans"/>
              <a:buChar char="•"/>
              <a:defRPr i="0" sz="2000" u="none" cap="none" strike="noStrike">
                <a:latin typeface="Noto Sans"/>
                <a:ea typeface="Noto Sans"/>
                <a:cs typeface="Noto Sans"/>
                <a:sym typeface="Noto Sans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"/>
              <a:buChar char="–"/>
              <a:defRPr i="0" sz="1800" u="none" cap="none" strike="noStrike">
                <a:latin typeface="Noto Sans"/>
                <a:ea typeface="Noto Sans"/>
                <a:cs typeface="Noto Sans"/>
                <a:sym typeface="Noto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Noto Sans"/>
              <a:buChar char="»"/>
              <a:defRPr i="0" sz="1600" u="none" cap="none" strike="noStrike">
                <a:latin typeface="Noto Sans"/>
                <a:ea typeface="Noto Sans"/>
                <a:cs typeface="Noto Sans"/>
                <a:sym typeface="Noto Sans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Noto Sans"/>
              <a:buChar char="•"/>
              <a:defRPr i="0" sz="1500" u="none" cap="none" strike="noStrike">
                <a:latin typeface="Noto Sans"/>
                <a:ea typeface="Noto Sans"/>
                <a:cs typeface="Noto Sans"/>
                <a:sym typeface="Noto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Noto Sans"/>
              <a:buChar char="•"/>
              <a:defRPr i="0" u="none" cap="none" strike="noStrike"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"/>
              <a:buChar char="•"/>
              <a:defRPr i="0" sz="1200" u="none" cap="none" strike="noStrike"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Noto Sans"/>
              <a:buChar char="•"/>
              <a:defRPr i="0" sz="1200" u="none" cap="none" strike="noStrike"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type="title"/>
          </p:nvPr>
        </p:nvSpPr>
        <p:spPr>
          <a:xfrm>
            <a:off x="951775" y="738775"/>
            <a:ext cx="11254200" cy="916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/>
        </p:nvSpPr>
        <p:spPr>
          <a:xfrm>
            <a:off x="937650" y="5720000"/>
            <a:ext cx="5334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Noto Sans"/>
                <a:ea typeface="Noto Sans"/>
                <a:cs typeface="Noto Sans"/>
                <a:sym typeface="Noto Sans"/>
              </a:rPr>
              <a:t>Footnotes go here….</a:t>
            </a:r>
            <a:endParaRPr sz="10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744">
          <p15:clr>
            <a:srgbClr val="E46962"/>
          </p15:clr>
        </p15:guide>
        <p15:guide id="2" orient="horz" pos="352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914400" y="1504225"/>
            <a:ext cx="10363200" cy="916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subTitle"/>
          </p:nvPr>
        </p:nvSpPr>
        <p:spPr>
          <a:xfrm>
            <a:off x="951775" y="2420725"/>
            <a:ext cx="8889900" cy="578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937650" y="2248650"/>
            <a:ext cx="10363200" cy="846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subTitle"/>
          </p:nvPr>
        </p:nvSpPr>
        <p:spPr>
          <a:xfrm>
            <a:off x="951775" y="1610850"/>
            <a:ext cx="8889900" cy="578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">
  <p:cSld name="CUSTOM_1">
    <p:bg>
      <p:bgPr>
        <a:solidFill>
          <a:schemeClr val="accen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g24ad801700a_0_127"/>
          <p:cNvPicPr preferRelativeResize="0"/>
          <p:nvPr/>
        </p:nvPicPr>
        <p:blipFill rotWithShape="1">
          <a:blip r:embed="rId2">
            <a:alphaModFix amt="28000"/>
          </a:blip>
          <a:srcRect b="0" l="5528" r="1092" t="1941"/>
          <a:stretch/>
        </p:blipFill>
        <p:spPr>
          <a:xfrm>
            <a:off x="0" y="0"/>
            <a:ext cx="12191998" cy="617219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24ad801700a_0_127"/>
          <p:cNvSpPr txBox="1"/>
          <p:nvPr/>
        </p:nvSpPr>
        <p:spPr>
          <a:xfrm>
            <a:off x="914400" y="1321100"/>
            <a:ext cx="80142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About OPeNDAP</a:t>
            </a:r>
            <a:endParaRPr b="1" sz="4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" name="Google Shape;38;g24ad801700a_0_127"/>
          <p:cNvSpPr txBox="1"/>
          <p:nvPr/>
        </p:nvSpPr>
        <p:spPr>
          <a:xfrm>
            <a:off x="914400" y="2139550"/>
            <a:ext cx="6871200" cy="3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rimson Pro"/>
                <a:ea typeface="Crimson Pro"/>
                <a:cs typeface="Crimson Pro"/>
                <a:sym typeface="Crimson Pro"/>
              </a:rPr>
              <a:t>We smooth the road to understanding for scientists, developers, and curious individuals by developing elegant open source tools that help them to efficiently access and utilize data – built on our 30-year commitment to innovation and evolution.</a:t>
            </a:r>
            <a:endParaRPr sz="2600">
              <a:solidFill>
                <a:schemeClr val="lt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bg>
      <p:bgPr>
        <a:solidFill>
          <a:schemeClr val="dk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4ad801700a_0_114"/>
          <p:cNvSpPr txBox="1"/>
          <p:nvPr/>
        </p:nvSpPr>
        <p:spPr>
          <a:xfrm>
            <a:off x="1376550" y="2409125"/>
            <a:ext cx="87036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opendap.org</a:t>
            </a:r>
            <a:endParaRPr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linkedin.com/company/opendap</a:t>
            </a:r>
            <a:endParaRPr sz="1500"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github.com/opendap</a:t>
            </a:r>
            <a:endParaRPr sz="1500"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Noto Sans"/>
                <a:ea typeface="Noto Sans"/>
                <a:cs typeface="Noto Sans"/>
                <a:sym typeface="Noto Sans"/>
              </a:rPr>
              <a:t>EMAIL</a:t>
            </a:r>
            <a:r>
              <a:rPr lang="en" sz="1500">
                <a:solidFill>
                  <a:schemeClr val="accent1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" sz="1500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</a:rPr>
              <a:t> 	</a:t>
            </a:r>
            <a:r>
              <a:rPr lang="en" sz="1500" u="sng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mailto:support@opendap.org</a:t>
            </a:r>
            <a:r>
              <a:rPr lang="en" sz="1500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" sz="1500">
                <a:solidFill>
                  <a:srgbClr val="00FF00"/>
                </a:solidFill>
                <a:latin typeface="Noto Sans"/>
                <a:ea typeface="Noto Sans"/>
                <a:cs typeface="Noto Sans"/>
                <a:sym typeface="Noto Sans"/>
              </a:rPr>
              <a:t>← </a:t>
            </a:r>
            <a:r>
              <a:rPr lang="en" sz="1500">
                <a:solidFill>
                  <a:srgbClr val="00FF00"/>
                </a:solidFill>
                <a:latin typeface="Noto Sans"/>
                <a:ea typeface="Noto Sans"/>
                <a:cs typeface="Noto Sans"/>
                <a:sym typeface="Noto Sans"/>
              </a:rPr>
              <a:t>change to your name?  + make sure the link is right. </a:t>
            </a:r>
            <a:br>
              <a:rPr lang="en" sz="1500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lang="en" sz="1500">
                <a:solidFill>
                  <a:schemeClr val="accent1"/>
                </a:solidFill>
                <a:latin typeface="Noto Sans"/>
                <a:ea typeface="Noto Sans"/>
                <a:cs typeface="Noto Sans"/>
                <a:sym typeface="Noto Sans"/>
              </a:rPr>
              <a:t>PHONE</a:t>
            </a:r>
            <a:r>
              <a:rPr lang="en" sz="1500">
                <a:solidFill>
                  <a:schemeClr val="lt2"/>
                </a:solidFill>
                <a:latin typeface="Noto Sans"/>
                <a:ea typeface="Noto Sans"/>
                <a:cs typeface="Noto Sans"/>
                <a:sym typeface="Noto Sans"/>
              </a:rPr>
              <a:t>	+1  401.284.1304   </a:t>
            </a:r>
            <a:r>
              <a:rPr lang="en" sz="1500">
                <a:solidFill>
                  <a:srgbClr val="00FF00"/>
                </a:solidFill>
                <a:latin typeface="Noto Sans"/>
                <a:ea typeface="Noto Sans"/>
                <a:cs typeface="Noto Sans"/>
                <a:sym typeface="Noto Sans"/>
              </a:rPr>
              <a:t>← replace with your phone? </a:t>
            </a:r>
            <a:endParaRPr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1" name="Google Shape;41;g24ad801700a_0_114"/>
          <p:cNvPicPr preferRelativeResize="0"/>
          <p:nvPr/>
        </p:nvPicPr>
        <p:blipFill rotWithShape="1">
          <a:blip r:embed="rId6">
            <a:alphaModFix/>
          </a:blip>
          <a:srcRect b="19865" l="0" r="21935" t="0"/>
          <a:stretch/>
        </p:blipFill>
        <p:spPr>
          <a:xfrm flipH="1" rot="10800000">
            <a:off x="8890000" y="-1"/>
            <a:ext cx="3302001" cy="338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g24ad801700a_0_114"/>
          <p:cNvSpPr txBox="1"/>
          <p:nvPr/>
        </p:nvSpPr>
        <p:spPr>
          <a:xfrm>
            <a:off x="914400" y="1260900"/>
            <a:ext cx="91659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accent1"/>
                </a:solidFill>
                <a:latin typeface="Noto Sans"/>
                <a:ea typeface="Noto Sans"/>
                <a:cs typeface="Noto Sans"/>
                <a:sym typeface="Noto Sans"/>
              </a:rPr>
              <a:t>Stay in touch!</a:t>
            </a:r>
            <a:endParaRPr sz="45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43" name="Google Shape;43;g24ad801700a_0_1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400" y="2920225"/>
            <a:ext cx="2762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g24ad801700a_0_114"/>
          <p:cNvPicPr preferRelativeResize="0"/>
          <p:nvPr/>
        </p:nvPicPr>
        <p:blipFill rotWithShape="1">
          <a:blip r:embed="rId8">
            <a:alphaModFix/>
          </a:blip>
          <a:srcRect b="0" l="1085" r="1085" t="0"/>
          <a:stretch/>
        </p:blipFill>
        <p:spPr>
          <a:xfrm>
            <a:off x="914400" y="3355125"/>
            <a:ext cx="2762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/>
          <p:nvPr/>
        </p:nvSpPr>
        <p:spPr>
          <a:xfrm>
            <a:off x="0" y="6171550"/>
            <a:ext cx="12192000" cy="6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23"/>
          <p:cNvSpPr txBox="1"/>
          <p:nvPr>
            <p:ph type="title"/>
          </p:nvPr>
        </p:nvSpPr>
        <p:spPr>
          <a:xfrm>
            <a:off x="914400" y="685800"/>
            <a:ext cx="103632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4400"/>
              <a:buFont typeface="Noto Sans"/>
              <a:buNone/>
              <a:defRPr b="1" i="0" sz="4400" u="none" cap="none" strike="noStrike">
                <a:solidFill>
                  <a:srgbClr val="34495E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" type="body"/>
          </p:nvPr>
        </p:nvSpPr>
        <p:spPr>
          <a:xfrm>
            <a:off x="914400" y="1603675"/>
            <a:ext cx="10363200" cy="4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419100" lvl="0" marL="457200" marR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393939"/>
              </a:buClr>
              <a:buSzPts val="3000"/>
              <a:buFont typeface="Noto Sans"/>
              <a:buChar char="•"/>
              <a:defRPr i="0" sz="3000" u="none" cap="none" strike="noStrike">
                <a:solidFill>
                  <a:srgbClr val="39393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93700" lvl="1" marL="914400" marR="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393939"/>
              </a:buClr>
              <a:buSzPts val="2600"/>
              <a:buFont typeface="Noto Sans"/>
              <a:buChar char="–"/>
              <a:defRPr i="0" sz="2600" u="none" cap="none" strike="noStrike">
                <a:solidFill>
                  <a:srgbClr val="393939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55600" lvl="2" marL="1371600" marR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i="0" sz="20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–"/>
              <a:defRPr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"/>
              <a:buChar char="»"/>
              <a:defRPr i="0" sz="1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"/>
              <a:buChar char="•"/>
              <a:defRPr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"/>
              <a:buChar char="•"/>
              <a:defRPr i="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•"/>
              <a:defRPr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•"/>
              <a:defRPr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9" name="Google Shape;9;p23"/>
          <p:cNvSpPr txBox="1"/>
          <p:nvPr/>
        </p:nvSpPr>
        <p:spPr>
          <a:xfrm>
            <a:off x="11016861" y="6657946"/>
            <a:ext cx="1186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VERSION/DATE NOTES</a:t>
            </a:r>
            <a:endParaRPr b="0" i="0" sz="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3"/>
          <p:cNvSpPr/>
          <p:nvPr/>
        </p:nvSpPr>
        <p:spPr>
          <a:xfrm>
            <a:off x="11157817" y="6265865"/>
            <a:ext cx="452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i="0" lang="en" sz="12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i="0" sz="1400" u="none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" name="Google Shape;11;p2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06762" y="6172200"/>
            <a:ext cx="1415276" cy="5127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76">
          <p15:clr>
            <a:srgbClr val="E46962"/>
          </p15:clr>
        </p15:guide>
        <p15:guide id="2" orient="horz" pos="432">
          <p15:clr>
            <a:srgbClr val="E46962"/>
          </p15:clr>
        </p15:guide>
        <p15:guide id="3" orient="horz" pos="3888">
          <p15:clr>
            <a:srgbClr val="E46962"/>
          </p15:clr>
        </p15:guide>
        <p15:guide id="4" pos="710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4ad801700a_0_138"/>
          <p:cNvSpPr txBox="1"/>
          <p:nvPr>
            <p:ph type="title"/>
          </p:nvPr>
        </p:nvSpPr>
        <p:spPr>
          <a:xfrm>
            <a:off x="914400" y="2333350"/>
            <a:ext cx="10363200" cy="1354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24ad801700a_0_138"/>
          <p:cNvSpPr txBox="1"/>
          <p:nvPr>
            <p:ph idx="1" type="subTitle"/>
          </p:nvPr>
        </p:nvSpPr>
        <p:spPr>
          <a:xfrm>
            <a:off x="936050" y="3465050"/>
            <a:ext cx="8607900" cy="1354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4ad801700a_0_143"/>
          <p:cNvSpPr txBox="1"/>
          <p:nvPr>
            <p:ph type="title"/>
          </p:nvPr>
        </p:nvSpPr>
        <p:spPr>
          <a:xfrm>
            <a:off x="964275" y="2333350"/>
            <a:ext cx="10313400" cy="1354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24ad801700a_0_143"/>
          <p:cNvSpPr txBox="1"/>
          <p:nvPr>
            <p:ph idx="1" type="subTitle"/>
          </p:nvPr>
        </p:nvSpPr>
        <p:spPr>
          <a:xfrm>
            <a:off x="936050" y="3388850"/>
            <a:ext cx="8607900" cy="1354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4ad801700a_0_148"/>
          <p:cNvSpPr txBox="1"/>
          <p:nvPr>
            <p:ph idx="1" type="subTitle"/>
          </p:nvPr>
        </p:nvSpPr>
        <p:spPr>
          <a:xfrm>
            <a:off x="951775" y="1610850"/>
            <a:ext cx="8889900" cy="578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24ad801700a_0_148"/>
          <p:cNvSpPr txBox="1"/>
          <p:nvPr>
            <p:ph type="title"/>
          </p:nvPr>
        </p:nvSpPr>
        <p:spPr>
          <a:xfrm>
            <a:off x="937650" y="2248650"/>
            <a:ext cx="10363200" cy="846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ad801700a_0_153"/>
          <p:cNvSpPr txBox="1"/>
          <p:nvPr>
            <p:ph idx="1" type="body"/>
          </p:nvPr>
        </p:nvSpPr>
        <p:spPr>
          <a:xfrm>
            <a:off x="914400" y="1603675"/>
            <a:ext cx="10363200" cy="4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24ad801700a_0_153"/>
          <p:cNvSpPr txBox="1"/>
          <p:nvPr>
            <p:ph type="title"/>
          </p:nvPr>
        </p:nvSpPr>
        <p:spPr>
          <a:xfrm>
            <a:off x="951775" y="738775"/>
            <a:ext cx="11254200" cy="916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4ad801700a_0_158"/>
          <p:cNvSpPr txBox="1"/>
          <p:nvPr>
            <p:ph idx="1" type="subTitle"/>
          </p:nvPr>
        </p:nvSpPr>
        <p:spPr>
          <a:xfrm>
            <a:off x="951775" y="2420725"/>
            <a:ext cx="8889900" cy="578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24ad801700a_0_158"/>
          <p:cNvSpPr txBox="1"/>
          <p:nvPr>
            <p:ph type="title"/>
          </p:nvPr>
        </p:nvSpPr>
        <p:spPr>
          <a:xfrm>
            <a:off x="914400" y="1504225"/>
            <a:ext cx="10363200" cy="9165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PeNDAP">
  <a:themeElements>
    <a:clrScheme name="EOSDIS">
      <a:dk1>
        <a:srgbClr val="26313D"/>
      </a:dk1>
      <a:lt1>
        <a:srgbClr val="F2F9F2"/>
      </a:lt1>
      <a:dk2>
        <a:srgbClr val="506070"/>
      </a:dk2>
      <a:lt2>
        <a:srgbClr val="DDDCCB"/>
      </a:lt2>
      <a:accent1>
        <a:srgbClr val="D15845"/>
      </a:accent1>
      <a:accent2>
        <a:srgbClr val="096E93"/>
      </a:accent2>
      <a:accent3>
        <a:srgbClr val="D5C409"/>
      </a:accent3>
      <a:accent4>
        <a:srgbClr val="DAD6A6"/>
      </a:accent4>
      <a:accent5>
        <a:srgbClr val="F0EEDA"/>
      </a:accent5>
      <a:accent6>
        <a:srgbClr val="F5F4E7"/>
      </a:accent6>
      <a:hlink>
        <a:srgbClr val="1D84AA"/>
      </a:hlink>
      <a:folHlink>
        <a:srgbClr val="8E44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 Shum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796b8ba6-a9b0-4605-9a3e-9cd06ed7a057</vt:lpwstr>
  </property>
  <property fmtid="{D5CDD505-2E9C-101B-9397-08002B2CF9AE}" pid="3" name="bjSaver">
    <vt:lpwstr>U7h71aia8FOFLJNxzT1eRROYUDZl41YD</vt:lpwstr>
  </property>
  <property fmtid="{D5CDD505-2E9C-101B-9397-08002B2CF9AE}" pid="4" name="rtnipcontrolcode">
    <vt:lpwstr>unrestricted</vt:lpwstr>
  </property>
  <property fmtid="{D5CDD505-2E9C-101B-9397-08002B2CF9AE}" pid="5" name="rtnipcontrolcodevm">
    <vt:lpwstr>noipvm</vt:lpwstr>
  </property>
  <property fmtid="{D5CDD505-2E9C-101B-9397-08002B2CF9AE}" pid="6" name="rtnexportcontrolcountry">
    <vt:lpwstr>usa</vt:lpwstr>
  </property>
  <property fmtid="{D5CDD505-2E9C-101B-9397-08002B2CF9AE}" pid="7" name="rtnexportcontrolcode">
    <vt:lpwstr>otherinfo</vt:lpwstr>
  </property>
  <property fmtid="{D5CDD505-2E9C-101B-9397-08002B2CF9AE}" pid="8" name="rtnexportcontrolcodevm">
    <vt:lpwstr>nousecvm</vt:lpwstr>
  </property>
  <property fmtid="{D5CDD505-2E9C-101B-9397-08002B2CF9AE}" pid="9" name="bjDocumentLabelXML">
    <vt:lpwstr>&lt;?xml version="1.0" encoding="us-ascii"?&gt;&lt;sisl xmlns:xsi="http://www.w3.org/2001/XMLSchema-instance" xmlns:xsd="http://www.w3.org/2001/XMLSchema" sislVersion="0" policy="cde53ac1-bf5f-4aae-9cf1-07509e23a4b0" origin="userSelected" xmlns="http://www.boldonj</vt:lpwstr>
  </property>
  <property fmtid="{D5CDD505-2E9C-101B-9397-08002B2CF9AE}" pid="10" name="bjDocumentLabelXML-0">
    <vt:lpwstr>ames.com/2008/01/sie/internal/label"&gt;&lt;element uid="dececbd6-da3b-46fe-8f00-f9d9deea2ee1" value="" /&gt;&lt;element uid="bbbf7bf4-4f4f-4189-9c5e-65015de8a6ad" value="" /&gt;&lt;element uid="bba94c65-ac3d-4f34-b2e1-8de11ef6f01c" value="" /&gt;&lt;element uid="bc2b7c01-6db1-4</vt:lpwstr>
  </property>
  <property fmtid="{D5CDD505-2E9C-101B-9397-08002B2CF9AE}" pid="11" name="bjDocumentLabelXML-1">
    <vt:lpwstr>e7d-88d1-fc61674f86fd" value="" /&gt;&lt;element uid="92e993a3-af32-4afb-aa19-3a49cdb82c7a" value="" /&gt;&lt;/sisl&gt;</vt:lpwstr>
  </property>
  <property fmtid="{D5CDD505-2E9C-101B-9397-08002B2CF9AE}" pid="12" name="bjDocumentSecurityLabel">
    <vt:lpwstr>Origin Jurisdiction: US  | Unrestricted Content | No marking applied by the tool | Other Information (Not Requiring an Export Control Marking) | No marking applied by the tool</vt:lpwstr>
  </property>
  <property fmtid="{D5CDD505-2E9C-101B-9397-08002B2CF9AE}" pid="13" name="bjLabelHistoryID">
    <vt:lpwstr>{49D24783-1A73-4953-A251-03BC9F51BED6}</vt:lpwstr>
  </property>
</Properties>
</file>