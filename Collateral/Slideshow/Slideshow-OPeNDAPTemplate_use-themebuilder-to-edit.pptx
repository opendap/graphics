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7023100" cy="9309100"/>
  <p:embeddedFontLst>
    <p:embeddedFont>
      <p:font typeface="Roboto"/>
      <p:regular r:id="rId15"/>
      <p:bold r:id="rId16"/>
      <p:italic r:id="rId17"/>
      <p:boldItalic r:id="rId18"/>
    </p:embeddedFont>
    <p:embeddedFont>
      <p:font typeface="Noto Sans"/>
      <p:regular r:id="rId19"/>
      <p:bold r:id="rId20"/>
      <p:italic r:id="rId21"/>
      <p:boldItalic r:id="rId22"/>
    </p:embeddedFont>
    <p:embeddedFont>
      <p:font typeface="Crimson Pro"/>
      <p:regular r:id="rId23"/>
      <p:bold r:id="rId24"/>
      <p:italic r:id="rId25"/>
      <p:boldItalic r:id="rId26"/>
    </p:embeddedFont>
    <p:embeddedFont>
      <p:font typeface="Crimson Tex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22" Type="http://schemas.openxmlformats.org/officeDocument/2006/relationships/font" Target="fonts/NotoSans-boldItalic.fntdata"/><Relationship Id="rId21" Type="http://schemas.openxmlformats.org/officeDocument/2006/relationships/font" Target="fonts/NotoSans-italic.fntdata"/><Relationship Id="rId24" Type="http://schemas.openxmlformats.org/officeDocument/2006/relationships/font" Target="fonts/CrimsonPro-bold.fntdata"/><Relationship Id="rId23" Type="http://schemas.openxmlformats.org/officeDocument/2006/relationships/font" Target="fonts/CrimsonPr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rimsonPro-boldItalic.fntdata"/><Relationship Id="rId25" Type="http://schemas.openxmlformats.org/officeDocument/2006/relationships/font" Target="fonts/CrimsonPro-italic.fntdata"/><Relationship Id="rId28" Type="http://schemas.openxmlformats.org/officeDocument/2006/relationships/font" Target="fonts/CrimsonText-bold.fntdata"/><Relationship Id="rId27" Type="http://schemas.openxmlformats.org/officeDocument/2006/relationships/font" Target="fonts/CrimsonTex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rimsonTex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CrimsonTex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NotoSans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09575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2311" y="4421823"/>
            <a:ext cx="5618479" cy="41890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4ad801700a_0_138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24ad801700a_0_138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4ad801700a_0_143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24ad801700a_0_143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e061d19e1_2_3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ae061d19e1_2_3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4ad801700a_0_148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24ad801700a_0_148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4ad801700a_0_153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4ad801700a_0_153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ad801700a_0_158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4ad801700a_0_158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ad801700a_0_163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24ad801700a_0_163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4ad801700a_0_170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24ad801700a_0_170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ae061d19e1_2_0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ae061d19e1_2_0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4ad801700a_0_173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24ad801700a_0_173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opendap.org" TargetMode="External"/><Relationship Id="rId3" Type="http://schemas.openxmlformats.org/officeDocument/2006/relationships/hyperlink" Target="http://linkedin.com/company/opendap" TargetMode="External"/><Relationship Id="rId4" Type="http://schemas.openxmlformats.org/officeDocument/2006/relationships/hyperlink" Target="https://github.com/opendap" TargetMode="External"/><Relationship Id="rId11" Type="http://schemas.openxmlformats.org/officeDocument/2006/relationships/image" Target="../media/image2.png"/><Relationship Id="rId10" Type="http://schemas.openxmlformats.org/officeDocument/2006/relationships/image" Target="../media/image7.png"/><Relationship Id="rId12" Type="http://schemas.openxmlformats.org/officeDocument/2006/relationships/image" Target="../media/image3.png"/><Relationship Id="rId9" Type="http://schemas.openxmlformats.org/officeDocument/2006/relationships/image" Target="../media/image6.png"/><Relationship Id="rId5" Type="http://schemas.openxmlformats.org/officeDocument/2006/relationships/hyperlink" Target="https://www.youtube.com/@OPeNDAP/playlists" TargetMode="External"/><Relationship Id="rId6" Type="http://schemas.openxmlformats.org/officeDocument/2006/relationships/hyperlink" Target="https://zenodo.org/communities/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9775" y="152400"/>
            <a:ext cx="3739365" cy="135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0" y="6185675"/>
            <a:ext cx="5663400" cy="67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914400" y="2333350"/>
            <a:ext cx="103632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936050" y="3465050"/>
            <a:ext cx="86079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  <p15:guide id="2" pos="576">
          <p15:clr>
            <a:srgbClr val="E46962"/>
          </p15:clr>
        </p15:guide>
        <p15:guide id="3" pos="7104">
          <p15:clr>
            <a:srgbClr val="E46962"/>
          </p15:clr>
        </p15:guide>
        <p15:guide id="4" orient="horz" pos="3888">
          <p15:clr>
            <a:srgbClr val="E46962"/>
          </p15:clr>
        </p15:guide>
        <p15:guide id="5" orient="horz" pos="165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under another brand)">
  <p:cSld name="TITLE_1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osdis-logo-white.png"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4400" y="509708"/>
            <a:ext cx="4546864" cy="12822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3"/>
          <p:cNvCxnSpPr/>
          <p:nvPr/>
        </p:nvCxnSpPr>
        <p:spPr>
          <a:xfrm>
            <a:off x="12875" y="6188925"/>
            <a:ext cx="12210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964275" y="2333350"/>
            <a:ext cx="103134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936050" y="3388850"/>
            <a:ext cx="86079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42">
          <p15:clr>
            <a:srgbClr val="E46962"/>
          </p15:clr>
        </p15:guide>
        <p15:guide id="2" orient="horz" pos="172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under another brand) 1">
  <p:cSld name="TITLE_1_1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12875" y="6188925"/>
            <a:ext cx="12210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964275" y="2333350"/>
            <a:ext cx="103134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936050" y="3388850"/>
            <a:ext cx="86079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600"/>
              <a:buNone/>
              <a:defRPr/>
            </a:lvl2pPr>
            <a:lvl3pPr lvl="2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lvl="5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6pPr>
            <a:lvl7pPr lvl="6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42">
          <p15:clr>
            <a:srgbClr val="E46962"/>
          </p15:clr>
        </p15:guide>
        <p15:guide id="2" orient="horz" pos="172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937650" y="2248650"/>
            <a:ext cx="10363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951775" y="1610850"/>
            <a:ext cx="88899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6762" y="6172200"/>
            <a:ext cx="1415276" cy="51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6"/>
          <p:cNvCxnSpPr/>
          <p:nvPr/>
        </p:nvCxnSpPr>
        <p:spPr>
          <a:xfrm>
            <a:off x="20425" y="6171550"/>
            <a:ext cx="122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914400" y="1603675"/>
            <a:ext cx="10363200" cy="4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"/>
              <a:buChar char="•"/>
              <a:defRPr i="0" sz="3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93700" lvl="1" marL="914400" marR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"/>
              <a:buChar char="–"/>
              <a:defRPr i="0" sz="2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55600" lvl="2" marL="1371600" marR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Noto Sans"/>
              <a:buChar char="•"/>
              <a:defRPr i="0" sz="2000" u="none" cap="none" strike="noStrike">
                <a:latin typeface="Noto Sans"/>
                <a:ea typeface="Noto Sans"/>
                <a:cs typeface="Noto Sans"/>
                <a:sym typeface="Noto Sans"/>
              </a:defRPr>
            </a:lvl3pPr>
            <a:lvl4pPr indent="-3429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"/>
              <a:buChar char="–"/>
              <a:defRPr i="0" sz="1800" u="none" cap="none" strike="noStrike">
                <a:latin typeface="Noto Sans"/>
                <a:ea typeface="Noto Sans"/>
                <a:cs typeface="Noto Sans"/>
                <a:sym typeface="Noto Sans"/>
              </a:defRPr>
            </a:lvl4pPr>
            <a:lvl5pPr indent="-3302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Noto Sans"/>
              <a:buChar char="»"/>
              <a:defRPr i="0" sz="1600" u="none" cap="none" strike="noStrike">
                <a:latin typeface="Noto Sans"/>
                <a:ea typeface="Noto Sans"/>
                <a:cs typeface="Noto Sans"/>
                <a:sym typeface="Noto Sans"/>
              </a:defRPr>
            </a:lvl5pPr>
            <a:lvl6pPr indent="-3238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"/>
              <a:buChar char="•"/>
              <a:defRPr i="0" sz="1500" u="none" cap="none" strike="noStrike">
                <a:latin typeface="Noto Sans"/>
                <a:ea typeface="Noto Sans"/>
                <a:cs typeface="Noto Sans"/>
                <a:sym typeface="Noto Sans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Noto Sans"/>
              <a:buChar char="•"/>
              <a:defRPr i="0" u="none" cap="none" strike="noStrike"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"/>
              <a:buChar char="•"/>
              <a:defRPr i="0" sz="1200" u="none" cap="none" strike="noStrike"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"/>
              <a:buChar char="•"/>
              <a:defRPr i="0" sz="1200" u="none" cap="none" strike="noStrike"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type="title"/>
          </p:nvPr>
        </p:nvSpPr>
        <p:spPr>
          <a:xfrm>
            <a:off x="951775" y="738775"/>
            <a:ext cx="112542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744">
          <p15:clr>
            <a:srgbClr val="E46962"/>
          </p15:clr>
        </p15:guide>
        <p15:guide id="2" orient="horz" pos="352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914400" y="1504225"/>
            <a:ext cx="103632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951775" y="2420725"/>
            <a:ext cx="88899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">
  <p:cSld name="CUSTOM_1">
    <p:bg>
      <p:bgPr>
        <a:solidFill>
          <a:schemeClr val="accen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9"/>
          <p:cNvPicPr preferRelativeResize="0"/>
          <p:nvPr/>
        </p:nvPicPr>
        <p:blipFill rotWithShape="1">
          <a:blip r:embed="rId2">
            <a:alphaModFix amt="28000"/>
          </a:blip>
          <a:srcRect b="0" l="5527" r="1092" t="1941"/>
          <a:stretch/>
        </p:blipFill>
        <p:spPr>
          <a:xfrm>
            <a:off x="0" y="0"/>
            <a:ext cx="12191998" cy="617219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9"/>
          <p:cNvSpPr txBox="1"/>
          <p:nvPr/>
        </p:nvSpPr>
        <p:spPr>
          <a:xfrm>
            <a:off x="914400" y="1321100"/>
            <a:ext cx="80142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About OPeNDAP</a:t>
            </a:r>
            <a:endParaRPr b="1" i="0" sz="44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40;p9"/>
          <p:cNvSpPr txBox="1"/>
          <p:nvPr/>
        </p:nvSpPr>
        <p:spPr>
          <a:xfrm>
            <a:off x="914400" y="2139550"/>
            <a:ext cx="6871200" cy="3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chemeClr val="lt1"/>
                </a:solidFill>
                <a:latin typeface="Crimson Pro"/>
                <a:ea typeface="Crimson Pro"/>
                <a:cs typeface="Crimson Pro"/>
                <a:sym typeface="Crimson Pro"/>
              </a:rPr>
              <a:t>We smooth the road to understanding for scientists, developers, and curious individuals by developing elegant open source tools that help them to efficiently access and utilize data – built on our 30-year commitment to innovation and evolution.</a:t>
            </a:r>
            <a:endParaRPr b="0" i="0" sz="2600" u="none" cap="none" strike="noStrike">
              <a:solidFill>
                <a:schemeClr val="lt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 1">
  <p:cSld name="CUSTOM_1_1">
    <p:bg>
      <p:bgPr>
        <a:solidFill>
          <a:schemeClr val="accen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 amt="28000"/>
          </a:blip>
          <a:srcRect b="0" l="5528" r="1092" t="1941"/>
          <a:stretch/>
        </p:blipFill>
        <p:spPr>
          <a:xfrm>
            <a:off x="0" y="0"/>
            <a:ext cx="12191998" cy="617219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/>
          <p:nvPr>
            <p:ph type="title"/>
          </p:nvPr>
        </p:nvSpPr>
        <p:spPr>
          <a:xfrm>
            <a:off x="1483025" y="1896800"/>
            <a:ext cx="8676900" cy="1327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"/>
              <a:buNone/>
              <a:defRPr sz="4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"/>
              <a:buNone/>
              <a:defRPr sz="4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"/>
              <a:buNone/>
              <a:defRPr sz="4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"/>
              <a:buNone/>
              <a:defRPr sz="4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"/>
              <a:buNone/>
              <a:defRPr sz="4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"/>
              <a:buNone/>
              <a:defRPr sz="4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"/>
              <a:buNone/>
              <a:defRPr sz="4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"/>
              <a:buNone/>
              <a:defRPr sz="4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1548575" y="2908700"/>
            <a:ext cx="5555100" cy="1679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419100" lvl="0" marL="45720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rimson Text"/>
              <a:buChar char="•"/>
              <a:defRPr>
                <a:solidFill>
                  <a:schemeClr val="lt1"/>
                </a:solidFill>
                <a:latin typeface="Crimson Text"/>
                <a:ea typeface="Crimson Text"/>
                <a:cs typeface="Crimson Text"/>
                <a:sym typeface="Crimson Text"/>
              </a:defRPr>
            </a:lvl1pPr>
            <a:lvl2pPr indent="-393700" lvl="1" marL="91440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rimson Text"/>
              <a:buChar char="–"/>
              <a:defRPr>
                <a:solidFill>
                  <a:schemeClr val="lt1"/>
                </a:solidFill>
                <a:latin typeface="Crimson Text"/>
                <a:ea typeface="Crimson Text"/>
                <a:cs typeface="Crimson Text"/>
                <a:sym typeface="Crimson Text"/>
              </a:defRPr>
            </a:lvl2pPr>
            <a:lvl3pPr indent="-355600" lvl="2" marL="137160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rimson Text"/>
              <a:buChar char="•"/>
              <a:defRPr>
                <a:solidFill>
                  <a:schemeClr val="lt1"/>
                </a:solidFill>
                <a:latin typeface="Crimson Text"/>
                <a:ea typeface="Crimson Text"/>
                <a:cs typeface="Crimson Text"/>
                <a:sym typeface="Crimson Text"/>
              </a:defRPr>
            </a:lvl3pPr>
            <a:lvl4pPr indent="-342900" lvl="3" marL="1828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Text"/>
              <a:buChar char="–"/>
              <a:defRPr>
                <a:solidFill>
                  <a:schemeClr val="lt1"/>
                </a:solidFill>
                <a:latin typeface="Crimson Text"/>
                <a:ea typeface="Crimson Text"/>
                <a:cs typeface="Crimson Text"/>
                <a:sym typeface="Crimson Text"/>
              </a:defRPr>
            </a:lvl4pPr>
            <a:lvl5pPr indent="-330200" lvl="4" marL="22860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rimson Text"/>
              <a:buChar char="»"/>
              <a:defRPr>
                <a:solidFill>
                  <a:schemeClr val="lt1"/>
                </a:solidFill>
                <a:latin typeface="Crimson Text"/>
                <a:ea typeface="Crimson Text"/>
                <a:cs typeface="Crimson Text"/>
                <a:sym typeface="Crimson Text"/>
              </a:defRPr>
            </a:lvl5pPr>
            <a:lvl6pPr indent="-323850" lvl="5" marL="2743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rimson Text"/>
              <a:buChar char="•"/>
              <a:defRPr>
                <a:solidFill>
                  <a:schemeClr val="lt1"/>
                </a:solidFill>
                <a:latin typeface="Crimson Text"/>
                <a:ea typeface="Crimson Text"/>
                <a:cs typeface="Crimson Text"/>
                <a:sym typeface="Crimson Text"/>
              </a:defRPr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rimson Text"/>
              <a:buChar char="•"/>
              <a:defRPr>
                <a:solidFill>
                  <a:schemeClr val="lt1"/>
                </a:solidFill>
                <a:latin typeface="Crimson Text"/>
                <a:ea typeface="Crimson Text"/>
                <a:cs typeface="Crimson Text"/>
                <a:sym typeface="Crimson Text"/>
              </a:defRPr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rimson Text"/>
              <a:buChar char="•"/>
              <a:defRPr>
                <a:solidFill>
                  <a:schemeClr val="lt1"/>
                </a:solidFill>
                <a:latin typeface="Crimson Text"/>
                <a:ea typeface="Crimson Text"/>
                <a:cs typeface="Crimson Text"/>
                <a:sym typeface="Crimson Text"/>
              </a:defRPr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rimson Text"/>
              <a:buChar char="•"/>
              <a:defRPr>
                <a:solidFill>
                  <a:schemeClr val="lt1"/>
                </a:solidFill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bg>
      <p:bgPr>
        <a:solidFill>
          <a:schemeClr val="dk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/>
        </p:nvSpPr>
        <p:spPr>
          <a:xfrm>
            <a:off x="1376550" y="2409125"/>
            <a:ext cx="87036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opendap.org</a:t>
            </a:r>
            <a:endParaRPr b="0" i="0" sz="1400" u="none" cap="none" strike="noStrike"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sng" cap="none" strike="noStrike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linkedin.com/company/opendap</a:t>
            </a:r>
            <a:endParaRPr b="0" i="0" sz="1500" u="none" cap="none" strike="noStrike"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sng" cap="none" strike="noStrike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github.com/opendap</a:t>
            </a:r>
            <a:endParaRPr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latin typeface="Noto Sans"/>
                <a:ea typeface="Noto Sans"/>
                <a:cs typeface="Noto Sans"/>
                <a:sym typeface="Noto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https://www.youtube.com/@OPeNDAP/playlists</a:t>
            </a:r>
            <a:endParaRPr>
              <a:solidFill>
                <a:schemeClr val="accent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latin typeface="Noto Sans"/>
                <a:ea typeface="Noto Sans"/>
                <a:cs typeface="Noto Sans"/>
                <a:sym typeface="Noto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https://zenodo.org/communities/</a:t>
            </a:r>
            <a:r>
              <a:rPr lang="en">
                <a:solidFill>
                  <a:schemeClr val="accent5"/>
                </a:solidFill>
                <a:latin typeface="Noto Sans"/>
                <a:ea typeface="Noto Sans"/>
                <a:cs typeface="Noto Sans"/>
                <a:sym typeface="Noto Sans"/>
              </a:rPr>
              <a:t>  </a:t>
            </a:r>
            <a:endParaRPr>
              <a:solidFill>
                <a:schemeClr val="accent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7" name="Google Shape;47;p11"/>
          <p:cNvPicPr preferRelativeResize="0"/>
          <p:nvPr/>
        </p:nvPicPr>
        <p:blipFill rotWithShape="1">
          <a:blip r:embed="rId7">
            <a:alphaModFix/>
          </a:blip>
          <a:srcRect b="19864" l="0" r="21935" t="0"/>
          <a:stretch/>
        </p:blipFill>
        <p:spPr>
          <a:xfrm flipH="1" rot="10800000">
            <a:off x="8890000" y="-1"/>
            <a:ext cx="3302001" cy="338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/>
        </p:nvSpPr>
        <p:spPr>
          <a:xfrm>
            <a:off x="914400" y="1260900"/>
            <a:ext cx="9165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Stay in touch!</a:t>
            </a:r>
            <a:endParaRPr b="0" i="0" sz="45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9" name="Google Shape;4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2884575"/>
            <a:ext cx="2762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1"/>
          <p:cNvPicPr preferRelativeResize="0"/>
          <p:nvPr/>
        </p:nvPicPr>
        <p:blipFill rotWithShape="1">
          <a:blip r:embed="rId9">
            <a:alphaModFix/>
          </a:blip>
          <a:srcRect b="0" l="1085" r="1085" t="0"/>
          <a:stretch/>
        </p:blipFill>
        <p:spPr>
          <a:xfrm>
            <a:off x="914400" y="3355125"/>
            <a:ext cx="2762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1"/>
          <p:cNvPicPr preferRelativeResize="0"/>
          <p:nvPr/>
        </p:nvPicPr>
        <p:blipFill rotWithShape="1">
          <a:blip r:embed="rId10">
            <a:alphaModFix/>
          </a:blip>
          <a:srcRect b="0" l="0" r="66725" t="0"/>
          <a:stretch/>
        </p:blipFill>
        <p:spPr>
          <a:xfrm>
            <a:off x="914400" y="3865925"/>
            <a:ext cx="276225" cy="1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1"/>
          <p:cNvPicPr preferRelativeResize="0"/>
          <p:nvPr/>
        </p:nvPicPr>
        <p:blipFill rotWithShape="1">
          <a:blip r:embed="rId11">
            <a:alphaModFix/>
          </a:blip>
          <a:srcRect b="6960" l="24871" r="3842" t="22873"/>
          <a:stretch/>
        </p:blipFill>
        <p:spPr>
          <a:xfrm>
            <a:off x="914400" y="4256160"/>
            <a:ext cx="276225" cy="222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77900" y="2403300"/>
            <a:ext cx="357174" cy="35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6171550"/>
            <a:ext cx="12192000" cy="6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914400" y="685800"/>
            <a:ext cx="103632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4400"/>
              <a:buFont typeface="Noto Sans"/>
              <a:buNone/>
              <a:defRPr b="1" i="0" sz="4400" u="none" cap="none" strike="noStrike">
                <a:solidFill>
                  <a:srgbClr val="34495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914400" y="1603675"/>
            <a:ext cx="10363200" cy="4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419100" lvl="0" marL="457200" marR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393939"/>
              </a:buClr>
              <a:buSzPts val="3000"/>
              <a:buFont typeface="Noto Sans"/>
              <a:buChar char="•"/>
              <a:defRPr b="0" i="0" sz="3000" u="none" cap="none" strike="noStrike">
                <a:solidFill>
                  <a:srgbClr val="39393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93700" lvl="1" marL="914400" marR="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393939"/>
              </a:buClr>
              <a:buSzPts val="2600"/>
              <a:buFont typeface="Noto Sans"/>
              <a:buChar char="–"/>
              <a:defRPr b="0" i="0" sz="2600" u="none" cap="none" strike="noStrike">
                <a:solidFill>
                  <a:srgbClr val="393939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55600" lvl="2" marL="1371600" marR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–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"/>
              <a:buChar char="»"/>
              <a:defRPr b="0" i="0" sz="1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9" name="Google Shape;9;p1"/>
          <p:cNvSpPr/>
          <p:nvPr/>
        </p:nvSpPr>
        <p:spPr>
          <a:xfrm>
            <a:off x="11157817" y="6265865"/>
            <a:ext cx="452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1400" u="none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6762" y="6172200"/>
            <a:ext cx="1415276" cy="5127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76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3888">
          <p15:clr>
            <a:srgbClr val="E46962"/>
          </p15:clr>
        </p15:guide>
        <p15:guide id="4" pos="71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YOURNAME@opendap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914400" y="2333350"/>
            <a:ext cx="103632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 txBox="1"/>
          <p:nvPr>
            <p:ph idx="1" type="subTitle"/>
          </p:nvPr>
        </p:nvSpPr>
        <p:spPr>
          <a:xfrm>
            <a:off x="936050" y="3465050"/>
            <a:ext cx="86079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964275" y="2333350"/>
            <a:ext cx="103134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936050" y="3388850"/>
            <a:ext cx="86079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964275" y="2333350"/>
            <a:ext cx="10313400" cy="1354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936050" y="3388850"/>
            <a:ext cx="8607900" cy="1354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951775" y="1610850"/>
            <a:ext cx="88899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937650" y="2248650"/>
            <a:ext cx="10363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914400" y="1603675"/>
            <a:ext cx="10363200" cy="4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951775" y="738775"/>
            <a:ext cx="112542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951775" y="2420725"/>
            <a:ext cx="88899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914400" y="1504225"/>
            <a:ext cx="103632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1483025" y="1896800"/>
            <a:ext cx="8676900" cy="1327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1548575" y="2908700"/>
            <a:ext cx="5555100" cy="1679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/>
        </p:nvSpPr>
        <p:spPr>
          <a:xfrm>
            <a:off x="6872675" y="3728200"/>
            <a:ext cx="44580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500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EMAIL</a:t>
            </a:r>
            <a:r>
              <a:rPr lang="en" sz="1500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" sz="1500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</a:rPr>
              <a:t> 	</a:t>
            </a:r>
            <a:r>
              <a:rPr lang="en" sz="1500" u="sng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support@opendap.org</a:t>
            </a:r>
            <a:endParaRPr sz="3000">
              <a:solidFill>
                <a:srgbClr val="39393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PeNDAP">
  <a:themeElements>
    <a:clrScheme name="EOSDIS">
      <a:dk1>
        <a:srgbClr val="26313D"/>
      </a:dk1>
      <a:lt1>
        <a:srgbClr val="F2F9F2"/>
      </a:lt1>
      <a:dk2>
        <a:srgbClr val="506070"/>
      </a:dk2>
      <a:lt2>
        <a:srgbClr val="DDDCCB"/>
      </a:lt2>
      <a:accent1>
        <a:srgbClr val="D15845"/>
      </a:accent1>
      <a:accent2>
        <a:srgbClr val="096E93"/>
      </a:accent2>
      <a:accent3>
        <a:srgbClr val="D5C409"/>
      </a:accent3>
      <a:accent4>
        <a:srgbClr val="DAD6A6"/>
      </a:accent4>
      <a:accent5>
        <a:srgbClr val="F0EEDA"/>
      </a:accent5>
      <a:accent6>
        <a:srgbClr val="F5F4E7"/>
      </a:accent6>
      <a:hlink>
        <a:srgbClr val="1D84AA"/>
      </a:hlink>
      <a:folHlink>
        <a:srgbClr val="8E44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